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D37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Stagnant water</c:v>
                  </c:pt>
                  <c:pt idx="1">
                    <c:v>Paint peeling</c:v>
                  </c:pt>
                  <c:pt idx="2">
                    <c:v>Cracked tiles</c:v>
                  </c:pt>
                  <c:pt idx="3">
                    <c:v>Spalling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0.9959</c:v>
                </c:pt>
                <c:pt idx="1">
                  <c:v>0.982</c:v>
                </c:pt>
                <c:pt idx="2">
                  <c:v>0.9806</c:v>
                </c:pt>
                <c:pt idx="3">
                  <c:v>0.956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3D37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7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InfraPulse turns a photograph of a building defect into a triaged, routed maintenance job. No manual categorisation anywhere in the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failure is not that complaints go missing. It is that they all look the same once filed.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that the resident only uploads a photo, address and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rules: ImageNet backbones are named in the PS as permitted. What is banned is a checkpoint pretrained on defect data, which we never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Stagnant water is 245 of 245. Water is glossy and reflective and shares no visual vocabulary with dry masonry.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Deterministic: the same photograph always yields the same score. Every input is computed live from the upload. Ties break by submission time, oldest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differentiator. Most teams report whatever their first split gives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Queues poll every five seconds, so a new complaint appears in the staff queue without anyone refreshing.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46% miss openly is deliberate. It shows we tested outside our own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opening the live URL and submitting a photograph in front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94560"/>
            <a:ext cx="6949440" cy="6949440"/>
          </a:xfrm>
          <a:prstGeom prst="roundRect">
            <a:avLst>
              <a:gd name="adj" fmla="val 6579"/>
            </a:avLst>
          </a:prstGeom>
          <a:solidFill>
            <a:srgbClr val="B85042">
              <a:alpha val="18000"/>
            </a:srgbClr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057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InfraPulse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54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Photo-based defect detection and priority maintenance routing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photographs a defect. The system identifies it, decides how urgent it is, and sends it to the right team — with nobody sorting the pile.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Shauryas   ·   Takneek'26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complaint is treated as equally urgent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83664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Unreported until dangerous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128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Spalling and cracked tiles go unnoticed until they become a safety hazard or a costly repair.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182112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2724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slow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1129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teams rely on walking the building and on complaints typed in free text.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480560"/>
            <a:ext cx="420624" cy="4206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42569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sense of risk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80974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loose paint flake and exposed structural rebar enter the same undifferentiated list.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321040" y="1783080"/>
            <a:ext cx="3200400" cy="3703320"/>
          </a:xfrm>
          <a:prstGeom prst="roundRect">
            <a:avLst>
              <a:gd name="adj" fmla="val 2286"/>
            </a:avLst>
          </a:prstGeom>
          <a:solidFill>
            <a:srgbClr val="2A2018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13648" y="2057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triage should look like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13648" y="2834640"/>
            <a:ext cx="128016" cy="402336"/>
          </a:xfrm>
          <a:prstGeom prst="roundRect">
            <a:avLst>
              <a:gd name="adj" fmla="val 4285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51392" y="2834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rebar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652760" y="283464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13648" y="3401568"/>
            <a:ext cx="128016" cy="402336"/>
          </a:xfrm>
          <a:prstGeom prst="roundRect">
            <a:avLst>
              <a:gd name="adj" fmla="val 42857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51392" y="3401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network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652760" y="340156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46.9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13648" y="3968496"/>
            <a:ext cx="128016" cy="402336"/>
          </a:xfrm>
          <a:prstGeom prst="roundRect">
            <a:avLst>
              <a:gd name="adj" fmla="val 42857"/>
            </a:avLst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51392" y="3968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floor tile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652760" y="396849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13648" y="4535424"/>
            <a:ext cx="128016" cy="402336"/>
          </a:xfrm>
          <a:prstGeom prst="roundRect">
            <a:avLst>
              <a:gd name="adj" fmla="val 4285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51392" y="453542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paint flake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652760" y="453542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613648" y="5029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what the photograph shows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photograph, five automatic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4028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529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21868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fine-tuned CNN names the visible defect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2112" y="2240280"/>
            <a:ext cx="457200" cy="45720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211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182112" y="28529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3182112" y="321868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maps to Structural, Functional or Performance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68112" y="2240280"/>
            <a:ext cx="457200" cy="45720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6811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68112" y="28529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5468112" y="321868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gives extent; pixel statistics give severity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9808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54112" y="2240280"/>
            <a:ext cx="457200" cy="45720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5411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54112" y="28529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7754112" y="321868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documented priority formula produces a number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84080" y="1965960"/>
            <a:ext cx="2084832" cy="2286000"/>
          </a:xfrm>
          <a:prstGeom prst="roundRect">
            <a:avLst>
              <a:gd name="adj" fmla="val 3509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40112" y="2240280"/>
            <a:ext cx="457200" cy="45720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4011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040112" y="2852928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10040112" y="321868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in that category's live queue, in order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step asks the resident or the staff member to choose a category or a priority. Both are produced by the system from the image alone.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by us, on data we assembled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classes, three categories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Spalling to Structural. Stagnant water to Functional. Cracked tiles and paint peeling to Performance.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5,418 images from five public sources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with an explicit label-by-label map after keyword matching silently pulled 1,125 'tile loss' boxes into cracked tiles.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2628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ResNet18, ImageNet-pretrained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920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fine-tuned; backbone at a low learning rate so the pretrained features are nudged rather than overwritten.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0920" y="1828800"/>
            <a:ext cx="4160520" cy="3200400"/>
          </a:xfrm>
          <a:prstGeom prst="roundRect">
            <a:avLst>
              <a:gd name="adj" fmla="val 2286"/>
            </a:avLst>
          </a:prstGeom>
          <a:solidFill>
            <a:srgbClr val="FBF6F4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2084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Problem-statement compliance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54203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runs inside our own application, on CPU, using weights we trained.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AI or ML inference service is contacted at any point.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pretrained starting point is ImageNet — a general-purpose dataset, explicitly permitted.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defect, crack or building-damage checkpoint anywhere in the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98.05% on a held-out test set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98.05%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5468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97.86%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819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images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3154680"/>
          <a:ext cx="60350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040880" y="1783080"/>
            <a:ext cx="4480560" cy="3977640"/>
          </a:xfrm>
          <a:prstGeom prst="roundRect">
            <a:avLst>
              <a:gd name="adj" fmla="val 1839"/>
            </a:avLst>
          </a:prstGeom>
          <a:solidFill>
            <a:srgbClr val="2A2018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6092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errors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25146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Spalling is the weakest class, and its dominant error is five images read as paint peeling.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physically sensible confusion — both are a surface layer coming away from a wall, and separating them depends on depth, which a single photograph barely carries.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exploiting dataset artefacts would fail in scattered, meaningless ways. Ours concentrates its mistakes on the one pair a human also finds ambiguous.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— 40% OF THE RUBRIC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 measured from the photograph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F6F4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0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priority_score  =  100  ×  base_weight  ×  ( 0.5 × severity  +  0.5 × extent )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on our own network highlights the pixels that drove the decision. The highlighted fraction of the image is the extent — no second model, no extra labels.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6791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86791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that region only: local contrast, edge density, and how far it deviates from the surrounding surface.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554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base_weight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485546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Cracked tiles 1.00, paint peeling 0.75 — the ordering the problem statement fixes for the Performance category.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52360" y="2880360"/>
            <a:ext cx="4069080" cy="2834640"/>
          </a:xfrm>
          <a:prstGeom prst="roundRect">
            <a:avLst>
              <a:gd name="adj" fmla="val 2581"/>
            </a:avLst>
          </a:prstGeom>
          <a:solidFill>
            <a:srgbClr val="2A2018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26680" y="3090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category, measured apart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rebar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3886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0.796   extent 0.220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3611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50.83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4453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paint flake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727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0.109   extent 0.291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0" y="445312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14.99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5138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3.4× gap, produced by measurement — not by a rule naming those defects.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tried to break our own number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run reported 98.03%. We did not trust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4436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images are crops of one photograph. A random split puts one crop in training and another in testing — the model has already seen the answer, and the score is fiction.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233172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94436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ships augmented twins of each photo under different filenames. Measured duplication: 2.8× in one source, 3.0× in another.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10144" y="233172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84464" y="25603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294436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source photograph, grouping on the filename stem before '.rf.', capped at three crops per photo, with an assertion that no photo spans two splits.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2A2018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892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 the score held at 98.05%. The number survived a deliberate attempt to break it — which is the only reason we quote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portals, three live queues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031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974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 in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name, address, description, photo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detected defect and category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 and queue position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complaints stay in history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F7F5F2"/>
          </a:solidFill>
          <a:ln w="12700">
            <a:solidFill>
              <a:srgbClr val="E8E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103120"/>
            <a:ext cx="402336" cy="40233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1031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6974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one category only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that queue, ranked by priority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Submitted to Assigned to In Progress to Resolved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leaves the live queue immediately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complaints appear without a refresh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SQLite  ·  server-rendered pages  ·  one deployable process, one URL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0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cannot do yet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concentration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5117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draws mostly from one or two datasets, so part of the accuracy may reflect recognising the dataset rather than the defect.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domain mismatch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8561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cracked-tile images are mostly mosaic facade tiles. On damaged hostel skirting the model returned paint peeling at 46% confidence.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09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Closed-set classification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2005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four labels exist, so a damp stain is forced into the nearest one.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would go next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240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real buildings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55117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images from the hostels and blocks this will serve addresses both gaps above directly.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4747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confidence threshold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78561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60%, offer the top two candidates and flag for staff confirmation instead of asserting one answer.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47091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out-of-scope class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502005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3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fifth class on stains, algae and normal walls so non-target defects are not forced into the four.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2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828800"/>
            <a:ext cx="6949440" cy="6949440"/>
          </a:xfrm>
          <a:prstGeom prst="roundRect">
            <a:avLst>
              <a:gd name="adj" fmla="val 6579"/>
            </a:avLst>
          </a:prstGeom>
          <a:solidFill>
            <a:srgbClr val="B85042">
              <a:alpha val="18000"/>
            </a:srgbClr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 in. Triaged job out.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classification, routing, priority and queueing — all from a single uploaded image, all running inside our own application.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Shauryas   ·   Takneek'26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InfraPulse</dc:title>
  <dc:subject>PptxGenJS Presentation</dc:subject>
  <dc:creator>Team Shauryas</dc:creator>
  <cp:lastModifiedBy>Team Shauryas</cp:lastModifiedBy>
  <cp:revision>1</cp:revision>
  <dcterms:created xsi:type="dcterms:W3CDTF">2026-09-03T15:47:19Z</dcterms:created>
  <dcterms:modified xsi:type="dcterms:W3CDTF">2026-09-03T15:47:19Z</dcterms:modified>
</cp:coreProperties>
</file>